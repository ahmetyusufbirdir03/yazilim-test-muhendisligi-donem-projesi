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379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tr-TR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001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501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5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909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477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743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368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808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40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87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09388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9345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917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ıntı 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937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ğru veya Yanlı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245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816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490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tr-TR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916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9ADF4A6-C462-01CE-E913-E0A89EF396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/>
              <a:t>BİRİM TEST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67DA854D-41AC-1E23-55C1-3C0ECC269E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/>
              <a:t>Ahmet Yusuf Birdir - 21360859026</a:t>
            </a:r>
          </a:p>
          <a:p>
            <a:r>
              <a:rPr lang="tr-TR" dirty="0"/>
              <a:t>Bursa Teknik Üniversitesi</a:t>
            </a:r>
          </a:p>
          <a:p>
            <a:r>
              <a:rPr lang="tr-TR" dirty="0" err="1"/>
              <a:t>Bilgisauar</a:t>
            </a:r>
            <a:r>
              <a:rPr lang="tr-TR" dirty="0"/>
              <a:t> Mühendisliği</a:t>
            </a:r>
          </a:p>
        </p:txBody>
      </p:sp>
    </p:spTree>
    <p:extLst>
      <p:ext uri="{BB962C8B-B14F-4D97-AF65-F5344CB8AC3E}">
        <p14:creationId xmlns:p14="http://schemas.microsoft.com/office/powerpoint/2010/main" val="4047129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Birim</a:t>
            </a:r>
            <a:r>
              <a:rPr dirty="0"/>
              <a:t>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Birim testi, yazılımın en küçük parçalarının doğrulanmasını sağlar.</a:t>
            </a:r>
          </a:p>
          <a:p>
            <a:r>
              <a:t>Fonksiyon, metod veya sınıf seviyesinde yapılır.</a:t>
            </a:r>
          </a:p>
          <a:p>
            <a:r>
              <a:t>Hataları erken aşamada yakalamaya yardımcı olur.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Birim Testlerinin Amaçları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Kodun</a:t>
            </a:r>
            <a:r>
              <a:rPr dirty="0"/>
              <a:t> </a:t>
            </a:r>
            <a:r>
              <a:rPr dirty="0" err="1"/>
              <a:t>doğru</a:t>
            </a:r>
            <a:r>
              <a:rPr dirty="0"/>
              <a:t> </a:t>
            </a:r>
            <a:r>
              <a:rPr dirty="0" err="1"/>
              <a:t>çalıştığını</a:t>
            </a:r>
            <a:r>
              <a:rPr dirty="0"/>
              <a:t> </a:t>
            </a:r>
            <a:r>
              <a:rPr dirty="0" err="1"/>
              <a:t>doğrulamak</a:t>
            </a:r>
            <a:endParaRPr dirty="0"/>
          </a:p>
          <a:p>
            <a:r>
              <a:rPr dirty="0"/>
              <a:t>Refactor </a:t>
            </a:r>
            <a:r>
              <a:rPr dirty="0" err="1"/>
              <a:t>işlemlerini</a:t>
            </a:r>
            <a:r>
              <a:rPr dirty="0"/>
              <a:t> </a:t>
            </a:r>
            <a:r>
              <a:rPr dirty="0" err="1"/>
              <a:t>güvenli</a:t>
            </a:r>
            <a:r>
              <a:rPr dirty="0"/>
              <a:t> hale </a:t>
            </a:r>
            <a:r>
              <a:rPr dirty="0" err="1"/>
              <a:t>getirmek</a:t>
            </a:r>
            <a:endParaRPr dirty="0"/>
          </a:p>
          <a:p>
            <a:r>
              <a:rPr dirty="0" err="1"/>
              <a:t>Bakımı</a:t>
            </a:r>
            <a:r>
              <a:rPr dirty="0"/>
              <a:t> </a:t>
            </a:r>
            <a:r>
              <a:rPr dirty="0" err="1"/>
              <a:t>kolaylaştırmak</a:t>
            </a:r>
            <a:endParaRPr dirty="0"/>
          </a:p>
          <a:p>
            <a:r>
              <a:rPr dirty="0"/>
              <a:t>Hata </a:t>
            </a:r>
            <a:r>
              <a:rPr dirty="0" err="1"/>
              <a:t>maliyetini</a:t>
            </a:r>
            <a:r>
              <a:rPr dirty="0"/>
              <a:t> </a:t>
            </a:r>
            <a:r>
              <a:rPr dirty="0" err="1"/>
              <a:t>azaltmak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Birim Testlerinin Avantajları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Yazılım kalitesini artırır</a:t>
            </a:r>
          </a:p>
          <a:p>
            <a:r>
              <a:t>Debug süresini azaltır</a:t>
            </a:r>
          </a:p>
          <a:p>
            <a:r>
              <a:t>Dokümantasyon görevi görür</a:t>
            </a:r>
          </a:p>
          <a:p>
            <a:r>
              <a:t>CI/CD süreçlerine kolay entegre edilir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Birim Test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senaryoları hazırlanır</a:t>
            </a:r>
          </a:p>
          <a:p>
            <a:r>
              <a:t>Beklenen çıktı belirlenir</a:t>
            </a:r>
          </a:p>
          <a:p>
            <a:r>
              <a:t>Test çalıştırılır</a:t>
            </a:r>
          </a:p>
          <a:p>
            <a:r>
              <a:t>Sonuçlar değerlendirilir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Popüler Birim Test Frameworkleri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Java: JUnit</a:t>
            </a:r>
          </a:p>
          <a:p>
            <a:r>
              <a:rPr dirty="0"/>
              <a:t>Python: </a:t>
            </a:r>
            <a:r>
              <a:rPr dirty="0" err="1"/>
              <a:t>PyTest</a:t>
            </a:r>
            <a:r>
              <a:rPr dirty="0"/>
              <a:t>, </a:t>
            </a:r>
            <a:r>
              <a:rPr dirty="0" err="1"/>
              <a:t>unittest</a:t>
            </a:r>
            <a:endParaRPr dirty="0"/>
          </a:p>
          <a:p>
            <a:r>
              <a:rPr dirty="0"/>
              <a:t>JavaScript: Jest</a:t>
            </a:r>
          </a:p>
          <a:p>
            <a:r>
              <a:rPr dirty="0"/>
              <a:t>C#: </a:t>
            </a:r>
            <a:r>
              <a:rPr dirty="0" err="1"/>
              <a:t>NUnit</a:t>
            </a:r>
            <a:r>
              <a:rPr dirty="0"/>
              <a:t>, </a:t>
            </a:r>
            <a:r>
              <a:rPr dirty="0" err="1"/>
              <a:t>xUnit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Örnek </a:t>
            </a:r>
            <a:r>
              <a:rPr dirty="0" err="1"/>
              <a:t>Birim</a:t>
            </a:r>
            <a:r>
              <a:rPr dirty="0"/>
              <a:t> Testi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F03A4950-DF4E-CC25-7503-959873400D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7789" y="2875085"/>
            <a:ext cx="7168422" cy="29630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Birim</a:t>
            </a:r>
            <a:r>
              <a:rPr dirty="0"/>
              <a:t> </a:t>
            </a:r>
            <a:r>
              <a:rPr dirty="0" err="1"/>
              <a:t>Testlerinde</a:t>
            </a:r>
            <a:r>
              <a:rPr dirty="0"/>
              <a:t> </a:t>
            </a:r>
            <a:r>
              <a:rPr dirty="0" err="1"/>
              <a:t>Dikkat</a:t>
            </a:r>
            <a:r>
              <a:rPr dirty="0"/>
              <a:t> </a:t>
            </a:r>
            <a:r>
              <a:rPr dirty="0" err="1"/>
              <a:t>Edilecekler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Testler</a:t>
            </a:r>
            <a:r>
              <a:rPr dirty="0"/>
              <a:t> </a:t>
            </a:r>
            <a:r>
              <a:rPr dirty="0" err="1"/>
              <a:t>bağımsız</a:t>
            </a:r>
            <a:r>
              <a:rPr dirty="0"/>
              <a:t> </a:t>
            </a:r>
            <a:r>
              <a:rPr dirty="0" err="1"/>
              <a:t>olmalıdır</a:t>
            </a:r>
            <a:endParaRPr dirty="0"/>
          </a:p>
          <a:p>
            <a:r>
              <a:rPr dirty="0"/>
              <a:t>Tek </a:t>
            </a:r>
            <a:r>
              <a:rPr dirty="0" err="1"/>
              <a:t>bir</a:t>
            </a:r>
            <a:r>
              <a:rPr dirty="0"/>
              <a:t> </a:t>
            </a:r>
            <a:r>
              <a:rPr dirty="0" err="1"/>
              <a:t>davranış</a:t>
            </a:r>
            <a:r>
              <a:rPr dirty="0"/>
              <a:t> test </a:t>
            </a:r>
            <a:r>
              <a:rPr dirty="0" err="1"/>
              <a:t>edilmelidir</a:t>
            </a:r>
            <a:endParaRPr dirty="0"/>
          </a:p>
          <a:p>
            <a:r>
              <a:rPr dirty="0" err="1"/>
              <a:t>Anlaşılır</a:t>
            </a:r>
            <a:r>
              <a:rPr dirty="0"/>
              <a:t> </a:t>
            </a:r>
            <a:r>
              <a:rPr dirty="0" err="1"/>
              <a:t>isimlendirme</a:t>
            </a:r>
            <a:r>
              <a:rPr dirty="0"/>
              <a:t> </a:t>
            </a:r>
            <a:r>
              <a:rPr dirty="0" err="1"/>
              <a:t>kullanılmalıdı</a:t>
            </a:r>
            <a:r>
              <a:rPr lang="tr-TR" dirty="0"/>
              <a:t>r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Birim testleri güvenilir yazılım geliştirme için kritik öneme sahiptir.</a:t>
            </a:r>
          </a:p>
          <a:p>
            <a:r>
              <a:t>Erken hata tespiti sağlar.</a:t>
            </a:r>
          </a:p>
          <a:p>
            <a:r>
              <a:t>Uzun vadede geliştirme maliyetini düşürür.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9BE756-194B-8A5E-9448-B44EC024F7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/>
              <a:t>Dinlediğiniz için Teşekkürler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2086185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">
  <a:themeElements>
    <a:clrScheme name="Organik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Words>152</Words>
  <Application>Microsoft Office PowerPoint</Application>
  <PresentationFormat>Ekran Gösterisi (4:3)</PresentationFormat>
  <Paragraphs>38</Paragraphs>
  <Slides>10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3" baseType="lpstr">
      <vt:lpstr>Arial</vt:lpstr>
      <vt:lpstr>Garamond</vt:lpstr>
      <vt:lpstr>Organik</vt:lpstr>
      <vt:lpstr>BİRİM TEST</vt:lpstr>
      <vt:lpstr>Birim Test</vt:lpstr>
      <vt:lpstr>Birim Testlerinin Amaçları</vt:lpstr>
      <vt:lpstr>Birim Testlerinin Avantajları</vt:lpstr>
      <vt:lpstr>Birim Test Süreci</vt:lpstr>
      <vt:lpstr>Popüler Birim Test Frameworkleri</vt:lpstr>
      <vt:lpstr>Örnek Birim Testi</vt:lpstr>
      <vt:lpstr>Birim Testlerinde Dikkat Edilecekler</vt:lpstr>
      <vt:lpstr>Sonuç</vt:lpstr>
      <vt:lpstr>Dinlediğiniz için Teşekkürler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Ahmet Yusuf Birdir</cp:lastModifiedBy>
  <cp:revision>6</cp:revision>
  <dcterms:created xsi:type="dcterms:W3CDTF">2013-01-27T09:14:16Z</dcterms:created>
  <dcterms:modified xsi:type="dcterms:W3CDTF">2026-05-15T11:08:39Z</dcterms:modified>
  <cp:category/>
</cp:coreProperties>
</file>