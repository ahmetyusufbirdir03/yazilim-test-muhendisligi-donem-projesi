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3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00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0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45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0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47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74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6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808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0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938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934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17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9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245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81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49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1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ADF4A6-C462-01CE-E913-E0A89EF39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BİRİM TEST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7DA854D-41AC-1E23-55C1-3C0ECC269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Ahmet Yusuf Birdir - 21360859026</a:t>
            </a:r>
          </a:p>
          <a:p>
            <a:r>
              <a:rPr lang="tr-TR" dirty="0"/>
              <a:t>Bursa Teknik Üniversitesi</a:t>
            </a:r>
          </a:p>
          <a:p>
            <a:r>
              <a:rPr lang="tr-TR" dirty="0" err="1"/>
              <a:t>Bilgisauar</a:t>
            </a:r>
            <a:r>
              <a:rPr lang="tr-TR" dirty="0"/>
              <a:t> Mühendisliği</a:t>
            </a:r>
          </a:p>
        </p:txBody>
      </p:sp>
    </p:spTree>
    <p:extLst>
      <p:ext uri="{BB962C8B-B14F-4D97-AF65-F5344CB8AC3E}">
        <p14:creationId xmlns:p14="http://schemas.microsoft.com/office/powerpoint/2010/main" val="404712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Birim</a:t>
            </a:r>
            <a:r>
              <a:rPr dirty="0"/>
              <a:t>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Birim testi, yazılımın en küçük parçalarının doğrulanmasını sağlar.</a:t>
            </a:r>
          </a:p>
          <a:p>
            <a:r>
              <a:t>Fonksiyon, metod veya sınıf seviyesinde yapılır.</a:t>
            </a:r>
          </a:p>
          <a:p>
            <a:r>
              <a:t>Hataları erken aşamada yakalamaya yardımcı olur.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Birim Testlerinin Amaçları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Kodun</a:t>
            </a:r>
            <a:r>
              <a:rPr dirty="0"/>
              <a:t> </a:t>
            </a:r>
            <a:r>
              <a:rPr dirty="0" err="1"/>
              <a:t>doğru</a:t>
            </a:r>
            <a:r>
              <a:rPr dirty="0"/>
              <a:t> </a:t>
            </a:r>
            <a:r>
              <a:rPr dirty="0" err="1"/>
              <a:t>çalıştığını</a:t>
            </a:r>
            <a:r>
              <a:rPr dirty="0"/>
              <a:t> </a:t>
            </a:r>
            <a:r>
              <a:rPr dirty="0" err="1"/>
              <a:t>doğrulamak</a:t>
            </a:r>
            <a:endParaRPr dirty="0"/>
          </a:p>
          <a:p>
            <a:r>
              <a:rPr dirty="0"/>
              <a:t>Refactor </a:t>
            </a:r>
            <a:r>
              <a:rPr dirty="0" err="1"/>
              <a:t>işlemlerini</a:t>
            </a:r>
            <a:r>
              <a:rPr dirty="0"/>
              <a:t> </a:t>
            </a:r>
            <a:r>
              <a:rPr dirty="0" err="1"/>
              <a:t>güvenli</a:t>
            </a:r>
            <a:r>
              <a:rPr dirty="0"/>
              <a:t> hale </a:t>
            </a:r>
            <a:r>
              <a:rPr dirty="0" err="1"/>
              <a:t>getirmek</a:t>
            </a:r>
            <a:endParaRPr dirty="0"/>
          </a:p>
          <a:p>
            <a:r>
              <a:rPr dirty="0" err="1"/>
              <a:t>Bakımı</a:t>
            </a:r>
            <a:r>
              <a:rPr dirty="0"/>
              <a:t> </a:t>
            </a:r>
            <a:r>
              <a:rPr dirty="0" err="1"/>
              <a:t>kolaylaştırmak</a:t>
            </a:r>
            <a:endParaRPr dirty="0"/>
          </a:p>
          <a:p>
            <a:r>
              <a:rPr dirty="0"/>
              <a:t>Hata </a:t>
            </a:r>
            <a:r>
              <a:rPr dirty="0" err="1"/>
              <a:t>maliyetini</a:t>
            </a:r>
            <a:r>
              <a:rPr dirty="0"/>
              <a:t> </a:t>
            </a:r>
            <a:r>
              <a:rPr dirty="0" err="1"/>
              <a:t>azaltmak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Birim Testlerinin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Yazılım kalitesini artırır</a:t>
            </a:r>
          </a:p>
          <a:p>
            <a:r>
              <a:t>Debug süresini azaltır</a:t>
            </a:r>
          </a:p>
          <a:p>
            <a:r>
              <a:t>Dokümantasyon görevi görür</a:t>
            </a:r>
          </a:p>
          <a:p>
            <a:r>
              <a:t>CI/CD süreçlerine kolay entegre edilir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Birim Test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senaryoları hazırlanır</a:t>
            </a:r>
          </a:p>
          <a:p>
            <a:r>
              <a:t>Beklenen çıktı belirlenir</a:t>
            </a:r>
          </a:p>
          <a:p>
            <a:r>
              <a:t>Test çalıştırılır</a:t>
            </a:r>
          </a:p>
          <a:p>
            <a:r>
              <a:t>Sonuçlar değerlendirilir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Popüler Birim Test Frameworkleri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Java: JUnit</a:t>
            </a:r>
          </a:p>
          <a:p>
            <a:r>
              <a:t>Python: PyTest, unittest</a:t>
            </a:r>
          </a:p>
          <a:p>
            <a:r>
              <a:t>JavaScript: Jest</a:t>
            </a:r>
          </a:p>
          <a:p>
            <a:r>
              <a:t>C#: NUnit, xUnit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Örnek Birim Testi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Bir </a:t>
            </a:r>
            <a:r>
              <a:rPr dirty="0" err="1"/>
              <a:t>toplama</a:t>
            </a:r>
            <a:r>
              <a:rPr dirty="0"/>
              <a:t> </a:t>
            </a:r>
            <a:r>
              <a:rPr dirty="0" err="1"/>
              <a:t>fonksiyonu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test </a:t>
            </a:r>
            <a:r>
              <a:rPr dirty="0" err="1"/>
              <a:t>örneği</a:t>
            </a:r>
            <a:endParaRPr dirty="0"/>
          </a:p>
          <a:p>
            <a:r>
              <a:rPr dirty="0" err="1"/>
              <a:t>Girdi</a:t>
            </a:r>
            <a:r>
              <a:rPr dirty="0"/>
              <a:t>: 2 + 3</a:t>
            </a:r>
          </a:p>
          <a:p>
            <a:r>
              <a:rPr dirty="0" err="1"/>
              <a:t>Beklenen</a:t>
            </a:r>
            <a:r>
              <a:rPr dirty="0"/>
              <a:t> </a:t>
            </a:r>
            <a:r>
              <a:rPr dirty="0" err="1"/>
              <a:t>çıktı</a:t>
            </a:r>
            <a:r>
              <a:rPr dirty="0"/>
              <a:t>: 5</a:t>
            </a:r>
          </a:p>
          <a:p>
            <a:r>
              <a:rPr dirty="0" err="1"/>
              <a:t>Başarılı</a:t>
            </a:r>
            <a:r>
              <a:rPr dirty="0"/>
              <a:t> </a:t>
            </a:r>
            <a:r>
              <a:rPr dirty="0" err="1"/>
              <a:t>sonuç</a:t>
            </a:r>
            <a:r>
              <a:rPr dirty="0"/>
              <a:t> </a:t>
            </a:r>
            <a:r>
              <a:rPr dirty="0" err="1"/>
              <a:t>testin</a:t>
            </a:r>
            <a:r>
              <a:rPr dirty="0"/>
              <a:t> </a:t>
            </a:r>
            <a:r>
              <a:rPr dirty="0" err="1"/>
              <a:t>geçtiğini</a:t>
            </a:r>
            <a:r>
              <a:rPr dirty="0"/>
              <a:t> </a:t>
            </a:r>
            <a:r>
              <a:rPr dirty="0" err="1"/>
              <a:t>gösterir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Testlerinde</a:t>
            </a:r>
            <a:r>
              <a:rPr dirty="0"/>
              <a:t> </a:t>
            </a:r>
            <a:r>
              <a:rPr dirty="0" err="1"/>
              <a:t>Dikkat</a:t>
            </a:r>
            <a:r>
              <a:rPr dirty="0"/>
              <a:t> </a:t>
            </a:r>
            <a:r>
              <a:rPr dirty="0" err="1"/>
              <a:t>Edilecekler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Testler</a:t>
            </a:r>
            <a:r>
              <a:rPr dirty="0"/>
              <a:t> </a:t>
            </a:r>
            <a:r>
              <a:rPr dirty="0" err="1"/>
              <a:t>bağımsız</a:t>
            </a:r>
            <a:r>
              <a:rPr dirty="0"/>
              <a:t> </a:t>
            </a:r>
            <a:r>
              <a:rPr dirty="0" err="1"/>
              <a:t>olmalıdır</a:t>
            </a:r>
            <a:endParaRPr dirty="0"/>
          </a:p>
          <a:p>
            <a:r>
              <a:rPr dirty="0"/>
              <a:t>Tek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davranış</a:t>
            </a:r>
            <a:r>
              <a:rPr dirty="0"/>
              <a:t> test </a:t>
            </a:r>
            <a:r>
              <a:rPr dirty="0" err="1"/>
              <a:t>edilmelidir</a:t>
            </a:r>
            <a:endParaRPr dirty="0"/>
          </a:p>
          <a:p>
            <a:r>
              <a:rPr dirty="0" err="1"/>
              <a:t>Anlaşılır</a:t>
            </a:r>
            <a:r>
              <a:rPr dirty="0"/>
              <a:t> </a:t>
            </a:r>
            <a:r>
              <a:rPr dirty="0" err="1"/>
              <a:t>isimlendirme</a:t>
            </a:r>
            <a:r>
              <a:rPr dirty="0"/>
              <a:t> </a:t>
            </a:r>
            <a:r>
              <a:rPr dirty="0" err="1"/>
              <a:t>kullanılmalıdı</a:t>
            </a:r>
            <a:r>
              <a:rPr lang="tr-TR" dirty="0"/>
              <a:t>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Birim testleri güvenilir yazılım geliştirme için kritik öneme sahiptir.</a:t>
            </a:r>
          </a:p>
          <a:p>
            <a:r>
              <a:t>Erken hata tespiti sağlar.</a:t>
            </a:r>
          </a:p>
          <a:p>
            <a:r>
              <a:t>Uzun vadede geliştirme maliyetini düşürür.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">
  <a:themeElements>
    <a:clrScheme name="Organik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169</Words>
  <Application>Microsoft Office PowerPoint</Application>
  <PresentationFormat>Ekran Gösterisi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Organik</vt:lpstr>
      <vt:lpstr>BİRİM TEST</vt:lpstr>
      <vt:lpstr>Birim Test</vt:lpstr>
      <vt:lpstr>Birim Testlerinin Amaçları</vt:lpstr>
      <vt:lpstr>Birim Testlerinin Avantajları</vt:lpstr>
      <vt:lpstr>Birim Test Süreci</vt:lpstr>
      <vt:lpstr>Popüler Birim Test Frameworkleri</vt:lpstr>
      <vt:lpstr>Örnek Birim Testi</vt:lpstr>
      <vt:lpstr>Birim Testlerinde Dikkat Edilecekler</vt:lpstr>
      <vt:lpstr>Sonuç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Ahmet Yusuf Birdir</cp:lastModifiedBy>
  <cp:revision>5</cp:revision>
  <dcterms:created xsi:type="dcterms:W3CDTF">2013-01-27T09:14:16Z</dcterms:created>
  <dcterms:modified xsi:type="dcterms:W3CDTF">2026-05-15T10:53:21Z</dcterms:modified>
  <cp:category/>
</cp:coreProperties>
</file>