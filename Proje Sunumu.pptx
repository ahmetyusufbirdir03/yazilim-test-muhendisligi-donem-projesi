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25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243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58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9520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231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1776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107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937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7112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688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zılı Panoramik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747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64861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85362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3373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ıntı 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6702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ğru veya Yanlı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08412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29992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8855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751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Yazılım Test Mühendisliği Projesi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Rest Assured ve Java ile API Regresyon Test Otomasyonu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Kullanılan Teknolojiler ve Mimari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Proje, API servislerinin otomatik test edilmesini sağlayan bir yapıya sahiptir.</a:t>
            </a:r>
          </a:p>
          <a:p>
            <a:pPr lvl="1"/>
            <a:r>
              <a:t>Programlama Dili: Java 11</a:t>
            </a:r>
          </a:p>
          <a:p>
            <a:pPr lvl="1"/>
            <a:r>
              <a:t>Proje Yönetim Aracı: Maven</a:t>
            </a:r>
          </a:p>
          <a:p>
            <a:pPr lvl="1"/>
            <a:r>
              <a:t>Test Çerçevesi (Framework): JUnit 5 (Jupiter)</a:t>
            </a:r>
          </a:p>
          <a:p>
            <a:pPr lvl="1"/>
            <a:r>
              <a:t>API İstek Kütüphanesi: Rest Assured</a:t>
            </a:r>
          </a:p>
          <a:p>
            <a:pPr lvl="1"/>
            <a:r>
              <a:t>Hedef Servis: jsonplaceholder.typicode.com (Online Örnek API)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Senaryoları ve Kontroller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İki ana API çağrımı yapılmış ve çeşitli kontroller sağlanmıştır:</a:t>
            </a:r>
          </a:p>
          <a:p>
            <a:pPr lvl="1"/>
            <a:r>
              <a:t>1. GET /users/1 İstediği</a:t>
            </a:r>
          </a:p>
          <a:p>
            <a:pPr lvl="2"/>
            <a:r>
              <a:t>Status Code (200), Response süresinin &lt; 3sn olması, ve dönen Body içinde spesifik verilerin (ör. isim) kontrolü.</a:t>
            </a:r>
          </a:p>
          <a:p>
            <a:pPr lvl="1"/>
            <a:r>
              <a:t>2. POST /posts İstediği</a:t>
            </a:r>
          </a:p>
          <a:p>
            <a:pPr lvl="2"/>
            <a:r>
              <a:t>Status Code (201 - Created), Response süresinin &lt; 3sn olması, JSON payload olarak gönderilen request body değerlerinin geri dönen response içinde doğrulanması.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Çalıştırma, Kod İnceleme ve Kaynak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 otomatize edilmiş süreçlerle çalıştırılır.</a:t>
            </a:r>
          </a:p>
          <a:p>
            <a:pPr lvl="1"/>
            <a:r>
              <a:t>Otomatik Regresyon Testini Çalıştırmak: Konsola 'mvn test' komutu girilir.</a:t>
            </a:r>
          </a:p>
          <a:p>
            <a:pPr lvl="1"/>
            <a:r>
              <a:t>Kodun Yüklenmesi: Kod, public bir GitHub repository'sine yüklenmiştir.</a:t>
            </a:r>
          </a:p>
          <a:p>
            <a:pPr lvl="1"/>
            <a:r>
              <a:t>Süreç boyunca tüm testler otomatize olarak ardışık koşulur ve terminal üzerinden başarılı olanlar raporlanır.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k">
  <a:themeElements>
    <a:clrScheme name="Organik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k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k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</TotalTime>
  <Words>196</Words>
  <Application>Microsoft Office PowerPoint</Application>
  <PresentationFormat>Ekran Gösterisi (4:3)</PresentationFormat>
  <Paragraphs>20</Paragraphs>
  <Slides>4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</vt:i4>
      </vt:variant>
    </vt:vector>
  </HeadingPairs>
  <TitlesOfParts>
    <vt:vector size="7" baseType="lpstr">
      <vt:lpstr>Arial</vt:lpstr>
      <vt:lpstr>Garamond</vt:lpstr>
      <vt:lpstr>Organik</vt:lpstr>
      <vt:lpstr>Yazılım Test Mühendisliği Projesi</vt:lpstr>
      <vt:lpstr>Kullanılan Teknolojiler ve Mimari</vt:lpstr>
      <vt:lpstr>Test Senaryoları ve Kontroller</vt:lpstr>
      <vt:lpstr>Çalıştırma, Kod İnceleme ve Kaynak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Ahmet Yusuf Birdir</cp:lastModifiedBy>
  <cp:revision>2</cp:revision>
  <dcterms:created xsi:type="dcterms:W3CDTF">2013-01-27T09:14:16Z</dcterms:created>
  <dcterms:modified xsi:type="dcterms:W3CDTF">2026-05-13T16:44:24Z</dcterms:modified>
  <cp:category/>
</cp:coreProperties>
</file>